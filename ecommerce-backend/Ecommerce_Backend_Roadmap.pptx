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Production-Grade E-commerce Backend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Boot Backend Roadmap</a:t>
            </a:r>
          </a:p>
          <a:p>
            <a:r>
              <a:t>Designed for Resume-Level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Database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</a:t>
            </a:r>
          </a:p>
          <a:p>
            <a:r>
              <a:t>• Product</a:t>
            </a:r>
          </a:p>
          <a:p>
            <a:r>
              <a:t>• Category</a:t>
            </a:r>
          </a:p>
          <a:p>
            <a:r>
              <a:t>• Cart</a:t>
            </a:r>
          </a:p>
          <a:p>
            <a:r>
              <a:t>• CartItem</a:t>
            </a:r>
          </a:p>
          <a:p>
            <a:r>
              <a:t>• Order</a:t>
            </a:r>
          </a:p>
          <a:p>
            <a:r>
              <a:t>• OrderItem</a:t>
            </a:r>
          </a:p>
          <a:p>
            <a:r>
              <a:t>• Payment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User → Many Orders</a:t>
            </a:r>
          </a:p>
          <a:p>
            <a:r>
              <a:t>• One Category → Many Products</a:t>
            </a:r>
          </a:p>
          <a:p>
            <a:r>
              <a:t>• One Order → Many OrderItems</a:t>
            </a:r>
          </a:p>
          <a:p>
            <a:r>
              <a:t>• One Product → Many OrderItems</a:t>
            </a:r>
          </a:p>
          <a:p>
            <a:r>
              <a:t>• One Cart → Many CartItems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category</a:t>
            </a:r>
          </a:p>
          <a:p>
            <a:r>
              <a:t>• Get all categories</a:t>
            </a:r>
          </a:p>
          <a:p>
            <a:r>
              <a:t>• Update category</a:t>
            </a:r>
          </a:p>
          <a:p>
            <a:r>
              <a:t>• Delete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product</a:t>
            </a:r>
          </a:p>
          <a:p>
            <a:r>
              <a:t>• Get product by ID</a:t>
            </a:r>
          </a:p>
          <a:p>
            <a:r>
              <a:t>• Get all products</a:t>
            </a:r>
          </a:p>
          <a:p>
            <a:r>
              <a:t>• Filter by category</a:t>
            </a:r>
          </a:p>
          <a:p>
            <a:r>
              <a:t>• Update product</a:t>
            </a:r>
          </a:p>
          <a:p>
            <a:r>
              <a:t>• Delete product</a:t>
            </a:r>
          </a:p>
          <a:p/>
          <a:p>
            <a:r>
              <a:t>Add: Pagination &amp; Sorting</a:t>
            </a:r>
          </a:p>
          <a:p>
            <a:r>
              <a:t>Example: GET /products?page=0&amp;size=10&amp;sort=price,desc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Register user</a:t>
            </a:r>
          </a:p>
          <a:p>
            <a:r>
              <a:t>• Get user profile</a:t>
            </a:r>
          </a:p>
          <a:p>
            <a:r>
              <a:t>• Update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to cart</a:t>
            </a:r>
          </a:p>
          <a:p>
            <a:r>
              <a:t>• Remove from cart</a:t>
            </a:r>
          </a:p>
          <a:p>
            <a:r>
              <a:t>• Update quantity</a:t>
            </a:r>
          </a:p>
          <a:p>
            <a:r>
              <a:t>• Get cart</a:t>
            </a:r>
          </a:p>
          <a:p/>
          <a:p>
            <a:r>
              <a:t>Logic:</a:t>
            </a:r>
          </a:p>
          <a:p>
            <a:r>
              <a:t>• If product exists → update quantity</a:t>
            </a:r>
          </a:p>
          <a:p>
            <a:r>
              <a:t>• Calculate total price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5: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order from cart</a:t>
            </a:r>
          </a:p>
          <a:p>
            <a:r>
              <a:t>• Save order items</a:t>
            </a:r>
          </a:p>
          <a:p>
            <a:r>
              <a:t>• Clear cart after order</a:t>
            </a:r>
          </a:p>
          <a:p>
            <a:r>
              <a:t>• Order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6: Payment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payment entity</a:t>
            </a:r>
          </a:p>
          <a:p>
            <a:r>
              <a:t>• Payment status: PENDING, SUCCESS, FAILED</a:t>
            </a:r>
          </a:p>
          <a:p/>
          <a:p>
            <a:r>
              <a:t>Advanced: Integrate Stripe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